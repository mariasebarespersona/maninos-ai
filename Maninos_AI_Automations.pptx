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MANINOS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Automatizaciones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0896" y="1234440"/>
            <a:ext cx="2176272" cy="52120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25400" dir="900000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0896" y="1234440"/>
            <a:ext cx="2176272" cy="105156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2336" y="17830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Busqueda Inteligente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48056" y="246888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fuentes escaneadas cada 6 horas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8056" y="34290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automaticos: precio, zona, rentabilidad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8056" y="438912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duplicados entre plataformas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48056" y="53492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datos de fotos con vision artificial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651760" y="1234440"/>
            <a:ext cx="2176272" cy="52120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25400" dir="9000000">
              <a:srgbClr val="000000">
                <a:alpha val="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51760" y="1234440"/>
            <a:ext cx="2176272" cy="1051560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13716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0" y="17830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Documentos Automaticos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788920" y="246888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generados al instante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788920" y="34290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rellenados automaticamente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788920" y="438912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Titulos de transferencia listos para firmar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788920" y="53492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cambios en registros oficiales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992624" y="1234440"/>
            <a:ext cx="2176272" cy="52120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25400" dir="9000000">
              <a:srgbClr val="000000">
                <a:alpha val="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992624" y="1234440"/>
            <a:ext cx="2176272" cy="1051560"/>
          </a:xfrm>
          <a:prstGeom prst="rect">
            <a:avLst/>
          </a:prstGeom>
          <a:solidFill>
            <a:srgbClr val="7E22C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37160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84064" y="17830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Renovaciones con IA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129784" y="246888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voz en campo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129784" y="34290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analizadas por IA → checklist automatico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129784" y="438912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 inteligente de costos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5129784" y="53492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aprobacion gerencial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7333488" y="1234440"/>
            <a:ext cx="2176272" cy="52120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25400" dir="9000000">
              <a:srgbClr val="000000">
                <a:alpha val="4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33488" y="1234440"/>
            <a:ext cx="2176272" cy="10515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137160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24928" y="17830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Contabilidad Inteligente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470648" y="246888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Conciliacion bancaria automatica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7470648" y="34290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financieros en tiempo real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7470648" y="438912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 desglosada por propiedad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7470648" y="53492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recurrentes + trazabilidad total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9674352" y="1234440"/>
            <a:ext cx="2176272" cy="52120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25400" dir="9000000">
              <a:srgbClr val="000000">
                <a:alpha val="4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674352" y="1234440"/>
            <a:ext cx="2176272" cy="1051560"/>
          </a:xfrm>
          <a:prstGeom prst="rect">
            <a:avLst/>
          </a:prstGeom>
          <a:solidFill>
            <a:srgbClr val="DB2777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608" y="1371600"/>
            <a:ext cx="365760" cy="36576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765792" y="17830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 de Inversores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9811512" y="246888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fases: Analizar → Firmar → Gestionar → Fondear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9811512" y="34290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pago y morosidad automaticas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9811512" y="438912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financieros para inversores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9811512" y="53492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Verificacion de identidad y scoring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AI  ·  Automatizaciones inteligentes para negocios inmobiliarios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2026-03-24T16:48:03Z</dcterms:created>
  <dcterms:modified xsi:type="dcterms:W3CDTF">2026-03-24T16:48:03Z</dcterms:modified>
</cp:coreProperties>
</file>