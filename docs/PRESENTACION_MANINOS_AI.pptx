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853"/>
                </a:solidFill>
              </a:defRPr>
            </a:pPr>
            <a:r>
              <a:t>MANINOS CAPITAL LLC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Maninos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4155"/>
                </a:solidFill>
              </a:defRPr>
            </a:pPr>
            <a:r>
              <a:t>Plataforma Inteligente para Rent-to-Own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754880"/>
            <a:ext cx="3931920" cy="54864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📅 Enero 2026 - Desarrollo Activo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53"/>
                </a:solidFill>
              </a:defRPr>
            </a:pPr>
            <a:r>
              <a:t>📊 Progreso del Desarrollo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Completado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417320"/>
            <a:ext cx="173736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17520" y="118872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Agentes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Completado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417320"/>
            <a:ext cx="173736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Automatización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En progreso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59" y="1417320"/>
            <a:ext cx="173736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0" y="1188720"/>
            <a:ext cx="548640" cy="54864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Próximo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1737360" cy="45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0" y="1188720"/>
            <a:ext cx="548640" cy="54864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Mejoras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</a:defRPr>
            </a:pPr>
            <a:r>
              <a:t>Futuro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743200"/>
            <a:ext cx="365760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✅ COMPLETADO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329184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6 Agentes IA especializados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Chat con lenguaje natural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Base de datos completa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Verificación KYC (Stripe)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Generación contratos PDF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Sistema de referidos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Pagos automáticos (Stripe)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Panel de clientes y propiedades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743200"/>
            <a:ext cx="3657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53"/>
                </a:solidFill>
              </a:defRPr>
            </a:pPr>
            <a:r>
              <a:t>🔄 EN PROGRESO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Notificaciones automáticas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Recordatorios de pago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Alertas de vencimiento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572000"/>
            <a:ext cx="36576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709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</a:defRPr>
            </a:pPr>
            <a:r>
              <a:t>📋 PRÓXIMO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292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Dashboard visual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Reportes avanzados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App móvil clientes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53"/>
                </a:solidFill>
              </a:defRPr>
            </a:pPr>
            <a:r>
              <a:t>🤖 6 Agentes Inteligentes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</a:defRPr>
            </a:pPr>
            <a:r>
              <a:t>Cada agente está especializado en un proceso de la cadena de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7360" y="1554480"/>
            <a:ext cx="91440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COMERCIALIZAR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Evalúa riesgo crediticio, capta leads, gestiona recuperación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3291840"/>
            <a:ext cx="137160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C55E"/>
                </a:solidFill>
              </a:defRPr>
            </a:pPr>
            <a:r>
              <a:t>✓ ACTIVO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554480"/>
            <a:ext cx="91440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ADQUIRIR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Busca propiedades, evalúa con checklist, calcula ofertas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291840"/>
            <a:ext cx="137160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C55E"/>
                </a:solidFill>
              </a:defRPr>
            </a:pPr>
            <a:r>
              <a:t>✓ ACTIVO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8320" y="1554480"/>
            <a:ext cx="91440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INCORPORAR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Crea clientes, KYC, DTI, contratos RTO, referidos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291840"/>
            <a:ext cx="137160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C55E"/>
                </a:solidFill>
              </a:defRPr>
            </a:pPr>
            <a:r>
              <a:t>✓ ACTIVO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37360" y="4114800"/>
            <a:ext cx="91440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GESTIONAR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Pagos automáticos, monitoreo, riesgo del portafolio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852160"/>
            <a:ext cx="137160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C55E"/>
                </a:solidFill>
              </a:defRPr>
            </a:pPr>
            <a:r>
              <a:t>✓ ACTIVO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77840" y="4114800"/>
            <a:ext cx="91440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FONDEAR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303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Pipeline inversionistas, notas de deuda, 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5852160"/>
            <a:ext cx="137160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C55E"/>
                </a:solidFill>
              </a:defRPr>
            </a:pPr>
            <a:r>
              <a:t>✓ ACTIVO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931920"/>
            <a:ext cx="356616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8320" y="4114800"/>
            <a:ext cx="91440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ENTREGAR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303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</a:defRPr>
            </a:pPr>
            <a:r>
              <a:t>Elegibilidad compra, transferencia título, bonos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5852160"/>
            <a:ext cx="1371600" cy="274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2C55E"/>
                </a:solidFill>
              </a:defRPr>
            </a:pPr>
            <a:r>
              <a:t>✓ ACTIVO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53"/>
                </a:solidFill>
              </a:defRPr>
            </a:pPr>
            <a:r>
              <a:t>📈 El Sistema en Números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53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</a:defRPr>
            </a:pPr>
            <a:r>
              <a:t>Agentes IA</a:t>
            </a:r>
            <a:br/>
            <a:r>
              <a:t>Especializados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743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53"/>
                </a:solidFill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</a:defRPr>
            </a:pPr>
            <a:r>
              <a:t>Herramientas</a:t>
            </a:r>
            <a:br/>
            <a:r>
              <a:t>Implementadas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2743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53"/>
                </a:solidFill>
              </a:defRPr>
            </a:pPr>
            <a: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</a:defRPr>
            </a:pPr>
            <a:r>
              <a:t>Tablas en</a:t>
            </a:r>
            <a:br/>
            <a:r>
              <a:t>Base de Datos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188720"/>
            <a:ext cx="274320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371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53"/>
                </a:solidFill>
              </a:defRPr>
            </a:pPr>
            <a: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</a:defRPr>
            </a:pPr>
            <a:r>
              <a:t>Conversaciones</a:t>
            </a:r>
            <a:br/>
            <a:r>
              <a:t>con Memoria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BE73"/>
                </a:solidFill>
              </a:defRPr>
            </a:pPr>
            <a:r>
              <a:t>🔧 Stack Tecnológico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🧠 OpenAI GPT-4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02336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🔗 LangGraph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2336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🗄️ Supabase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02336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💳 Stripe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⚡ FastAPI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66344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⚛️ Next.js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66344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🚀 Railway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66344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📄 PDF 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53"/>
                </a:solidFill>
              </a:defRPr>
            </a:pPr>
            <a:r>
              <a:t>🎬 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BE73"/>
                </a:solidFill>
              </a:defRPr>
            </a:pPr>
            <a:r>
              <a:t>Lo que veremos hoy: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53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Registrar propiedad en inventario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Crear perfil de cliente nuevo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Calcular DTI y riesgo crediticio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Generar contrato RTO (PDF)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Configurar pago automático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Evaluar riesgo de cartera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Crear perfil de inversionista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Sistema de códigos de referido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BE73"/>
                </a:solidFill>
              </a:defRPr>
            </a:pPr>
            <a:r>
              <a:t>Próximos hitos: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53"/>
                </a:solidFill>
              </a:defRPr>
            </a:pPr>
            <a:r>
              <a:t>🔔 Automatización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Notificaciones por email/SMS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Recordatorios de pago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Flujos de cobranza automáticos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530352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53"/>
                </a:solidFill>
              </a:defRPr>
            </a:pPr>
            <a:r>
              <a:t>📊 Visualización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4937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Dashboard métricas en tiempo real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Reportes exportables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Gráficas de rendimiento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303520"/>
            <a:ext cx="4846320" cy="73152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¿Comenzamos la demostración?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